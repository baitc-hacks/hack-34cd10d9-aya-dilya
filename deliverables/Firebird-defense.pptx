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fd57cff7a4228" /><Relationship Type="http://schemas.openxmlformats.org/officeDocument/2006/relationships/extended-properties" Target="/docProps/app.xml" Id="R24d6428318fd4964" /><Relationship Type="http://schemas.openxmlformats.org/officeDocument/2006/relationships/officeDocument" Target="/ppt/presentation.xml" Id="Rff971883310447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38632b773e4e3e"/>
  </p:sldMasterIdLst>
  <p:notesMasterIdLst>
    <p:notesMasterId xmlns:r="http://schemas.openxmlformats.org/officeDocument/2006/relationships" r:id="R86c4d4a1d71347fc"/>
  </p:notesMasterIdLst>
  <p:sldIdLst>
    <p:sldId xmlns:r="http://schemas.openxmlformats.org/officeDocument/2006/relationships" id="256" r:id="R2b1897d8c8b2447b"/>
    <p:sldId xmlns:r="http://schemas.openxmlformats.org/officeDocument/2006/relationships" id="257" r:id="R72b591e0fed941df"/>
    <p:sldId xmlns:r="http://schemas.openxmlformats.org/officeDocument/2006/relationships" id="258" r:id="Rd5db63530c654853"/>
    <p:sldId xmlns:r="http://schemas.openxmlformats.org/officeDocument/2006/relationships" id="259" r:id="R7e6fc9ebc0c740cb"/>
    <p:sldId xmlns:r="http://schemas.openxmlformats.org/officeDocument/2006/relationships" id="260" r:id="Rbcdb932bde134d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18e8653e44f0c" /><Relationship Type="http://schemas.openxmlformats.org/officeDocument/2006/relationships/slideMaster" Target="/ppt/slideMasters/slideMaster1.xml" Id="R1438632b773e4e3e" /><Relationship Type="http://schemas.openxmlformats.org/officeDocument/2006/relationships/notesMaster" Target="/ppt/notesMasters/notesMaster1.xml" Id="R86c4d4a1d71347fc" /><Relationship Type="http://schemas.openxmlformats.org/officeDocument/2006/relationships/presProps" Target="/ppt/presProps.xml" Id="Rc4e489d4d91c44b8" /><Relationship Type="http://schemas.openxmlformats.org/officeDocument/2006/relationships/tableStyles" Target="/ppt/tableStyles.xml" Id="R7bcfd964850b4c6c" /><Relationship Type="http://schemas.openxmlformats.org/officeDocument/2006/relationships/slide" Target="/ppt/slides/slide1.xml" Id="R2b1897d8c8b2447b" /><Relationship Type="http://schemas.openxmlformats.org/officeDocument/2006/relationships/slide" Target="/ppt/slides/slide2.xml" Id="R72b591e0fed941df" /><Relationship Type="http://schemas.openxmlformats.org/officeDocument/2006/relationships/slide" Target="/ppt/slides/slide3.xml" Id="Rd5db63530c654853" /><Relationship Type="http://schemas.openxmlformats.org/officeDocument/2006/relationships/slide" Target="/ppt/slides/slide4.xml" Id="R7e6fc9ebc0c740cb" /><Relationship Type="http://schemas.openxmlformats.org/officeDocument/2006/relationships/slide" Target="/ppt/slides/slide5.xml" Id="Rbcdb932bde134d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e60a4d4a3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cc2daf5ed459f" /><Relationship Type="http://schemas.openxmlformats.org/officeDocument/2006/relationships/notesMaster" Target="/ppt/notesMasters/notesMaster1.xml" Id="Rac42652377d346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455e4187ba483c" /><Relationship Type="http://schemas.openxmlformats.org/officeDocument/2006/relationships/notesMaster" Target="/ppt/notesMasters/notesMaster1.xml" Id="R01ec1b3939c44f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8b503fd61f44b9" /><Relationship Type="http://schemas.openxmlformats.org/officeDocument/2006/relationships/notesMaster" Target="/ppt/notesMasters/notesMaster1.xml" Id="R03cde104bb2f4e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241d365dd4ddd" /><Relationship Type="http://schemas.openxmlformats.org/officeDocument/2006/relationships/notesMaster" Target="/ppt/notesMasters/notesMaster1.xml" Id="Ra23e6fdaa45548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f8b83905234e0b" /><Relationship Type="http://schemas.openxmlformats.org/officeDocument/2006/relationships/notesMaster" Target="/ppt/notesMasters/notesMaster1.xml" Id="R3633df36ba98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HackAlem. Команда Aya &amp; Dilya. Каталог уже получен заказчиком, задача — помочь выбрать. Это рабочий MVP на исходном каталоге из 66 профилей.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Дополнительно поддерживаются язык и длительность. Ранжирование по числу подтверждённых тем, затем цене и id. AI не выбирает кандидатов. Работает резервный режим без API. Источник: src/core, server/ai-explanations.ts.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Алматы, 01.10.2026, корпоратив, Ведущий, 2 000 000 ₸, IT-корпоратив. С пожеланием первый HK-75012; без него HK-88430. Источник: src/data/smart-examples.ts, исходный профиль HK-75012. Показать живой интерфейс.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Алматы, 10.10.2026, корпоратив, Ведущий. После применения появляется Куррапика, HK-88430. Максимальное предлагаемое увеличение бюджета 20%; альтернативные даты в пределах ±7 дней. Источник: src/core/plan-b.ts и smart-examples.ts.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Пилот: одинаковые задачи с обычным каталогом и Firebird; сравнить медианное время до выбора, долю завершения и уверенность. Эффект пока не измерен. Календарь 23.09–31.12.2026; в 66 профилях 13 синтетических, маркировки видимы. Реальный OpenAI-вызов на момент подготовки не проверен, ключ ожидается. Возможная монетизация — подписка для event-команд, как гипотеза.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6e0c376a644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b26fce3064b3c" /><Relationship Type="http://schemas.openxmlformats.org/officeDocument/2006/relationships/slideLayout" Target="/ppt/slideLayouts/slideLayout1.xml" Id="Rc54de4f6abc3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4de4f6abc3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61156c2334bdb" /><Relationship Type="http://schemas.openxmlformats.org/officeDocument/2006/relationships/notesSlide" Target="/ppt/notesSlides/notesSlide1.xml" Id="Ra17782028830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8f07d293f45dd" /><Relationship Type="http://schemas.openxmlformats.org/officeDocument/2006/relationships/notesSlide" Target="/ppt/notesSlides/notesSlide2.xml" Id="R3eba1536268344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8e11af7494057" /><Relationship Type="http://schemas.openxmlformats.org/officeDocument/2006/relationships/notesSlide" Target="/ppt/notesSlides/notesSlide3.xml" Id="R5ea20957b25c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e0f40f9843b7" /><Relationship Type="http://schemas.openxmlformats.org/officeDocument/2006/relationships/notesSlide" Target="/ppt/notesSlides/notesSlide4.xml" Id="Rdb4c0f91f5624f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9252f7ccc4a84" /><Relationship Type="http://schemas.openxmlformats.org/officeDocument/2006/relationships/notesSlide" Target="/ppt/notesSlides/notesSlide5.xml" Id="R0fc7f980ec194c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C7E2D-8314-4D97-A8A0-2F5FE4A3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5E7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D5E7A4"/>
                </a:solidFill>
                <a:latin typeface="Helvetica Neue"/>
                <a:ea typeface="Helvetica Neue"/>
                <a:cs typeface="Helvetica Neue"/>
              </a:rPr>
              <a:t>Firebird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48685-0DEA-4743-829A-C4D4D2B3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6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6F2E9"/>
                </a:solidFill>
                <a:latin typeface="Helvetica Neue"/>
                <a:ea typeface="Helvetica Neue"/>
                <a:cs typeface="Helvetica Neue"/>
              </a:rPr>
              <a:t>Выбор подрядчика</a:t>
            </a:r>
          </a:p>
          <a:p xmlns:a="http://schemas.openxmlformats.org/drawingml/2006/main">
            <a:pPr>
              <a:defRPr sz="4950" b="1">
                <a:solidFill>
                  <a:srgbClr val="F6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6F2E9"/>
                </a:solidFill>
                <a:latin typeface="Helvetica Neue"/>
                <a:ea typeface="Helvetica Neue"/>
                <a:cs typeface="Helvetica Neue"/>
              </a:rPr>
              <a:t>для вашего события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829B8-8F9F-42BE-8B14-35E67A1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6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6F2E9"/>
                </a:solidFill>
                <a:latin typeface="Helvetica Neue"/>
                <a:ea typeface="Helvetica Neue"/>
                <a:cs typeface="Helvetica Neue"/>
              </a:rPr>
              <a:t>До трёх подходящих вариантов</a:t>
            </a:r>
          </a:p>
          <a:p xmlns:a="http://schemas.openxmlformats.org/drawingml/2006/main">
            <a:pPr>
              <a:defRPr sz="2250" b="0">
                <a:solidFill>
                  <a:srgbClr val="F6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6F2E9"/>
                </a:solidFill>
                <a:latin typeface="Helvetica Neue"/>
                <a:ea typeface="Helvetica Neue"/>
                <a:cs typeface="Helvetica Neue"/>
              </a:rPr>
              <a:t>с конкретными причинами выбора</a:t>
            </a:r>
          </a:p>
        </p:txBody>
      </p:sp>
    </p:spTree>
    <p:extLst>
      <p:ext uri="{BB962C8B-B14F-4D97-AF65-F5344CB8AC3E}">
        <p14:creationId xmlns:p14="http://schemas.microsoft.com/office/powerpoint/2010/main" val="1355019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19F56-470E-4D02-B4DE-40D12A19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rPr>
              <a:t>Как работает подбор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2DC6-53DD-485B-B585-4E548E24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Сначала условия события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CA550-D442-46D5-9EDA-6992EB3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6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Город, дата, формат, категория и бюджет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задают обязательные ограничения.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Пожелания меняют порядок по цитатам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из описаний. AI может уточнить текст объяснения.</a:t>
            </a:r>
          </a:p>
        </p:txBody>
      </p:sp>
    </p:spTree>
    <p:extLst>
      <p:ext uri="{BB962C8B-B14F-4D97-AF65-F5344CB8AC3E}">
        <p14:creationId xmlns:p14="http://schemas.microsoft.com/office/powerpoint/2010/main" val="1785991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BE75E-47CE-4AA4-9494-95F1869E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rPr>
              <a:t>IT-корпоратив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FDACD-2797-4A51-B172-B04252A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Тематическое совпадение</a:t>
            </a:r>
          </a:p>
          <a:p xmlns:a="http://schemas.openxmlformats.org/drawingml/2006/main">
            <a:pPr>
              <a:def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с источником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D2DFD-3361-485A-8383-9A21B06F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6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Джинбей поднимается на первое место.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В описании: «технологические форумы».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Это тематическая близость. Опыт работы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с IT-компаниями отдельно не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978637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8F50C-4254-4FAC-B152-C0B6EE3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rPr>
              <a:t>План 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FF9BC-0843-4A2A-AC2C-71F68A98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480 000 ₸ → 500 000 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59B48-527C-4A3F-B840-D7F95DD3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6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При исходном бюджете совпадений нет.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Доплата 20 000 ₸ (+4,2%) открывает один вариант.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Условия меняются только по кнопке пользователя.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Цена «от» требует уточнения у подрядчика.</a:t>
            </a:r>
          </a:p>
        </p:txBody>
      </p:sp>
    </p:spTree>
    <p:extLst>
      <p:ext uri="{BB962C8B-B14F-4D97-AF65-F5344CB8AC3E}">
        <p14:creationId xmlns:p14="http://schemas.microsoft.com/office/powerpoint/2010/main" val="1940857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43984-7BBC-40A0-B848-7891F4AD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66783B"/>
                </a:solidFill>
                <a:latin typeface="Helvetica Neue"/>
                <a:ea typeface="Helvetica Neue"/>
                <a:cs typeface="Helvetica Neue"/>
              </a:rPr>
              <a:t>Польза для Firebird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6BE3F-08B3-448F-BE7B-67004E7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Меньше вариантов</a:t>
            </a:r>
          </a:p>
          <a:p xmlns:a="http://schemas.openxmlformats.org/drawingml/2006/main">
            <a:pPr>
              <a:def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для ручного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C7E1-4C89-4ED6-9563-8DBD3766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6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Гипотеза пилота: сократить время выбора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и повысить долю завершённых подборов.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49 тестов проверяют корректность.</a:t>
            </a:r>
          </a:p>
          <a:p xmlns:a="http://schemas.openxmlformats.org/drawingml/2006/main">
            <a:pPr>
              <a:def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51F"/>
                </a:solidFill>
                <a:latin typeface="Helvetica Neue"/>
                <a:ea typeface="Helvetica Neue"/>
                <a:cs typeface="Helvetica Neue"/>
              </a:rPr>
              <a:t>Пользовательский эффект ещё предстоит измерить.</a:t>
            </a:r>
          </a:p>
        </p:txBody>
      </p:sp>
    </p:spTree>
    <p:extLst>
      <p:ext uri="{BB962C8B-B14F-4D97-AF65-F5344CB8AC3E}">
        <p14:creationId xmlns:p14="http://schemas.microsoft.com/office/powerpoint/2010/main" val="401490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2026-09-23T10:44:42.4680000Z</dcterms:created>
  <dcterms:modified xsi:type="dcterms:W3CDTF">2026-09-23T10:44:42.4680000Z</dcterms:modified>
</coreProperties>
</file>